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<Relationships xmlns='http://schemas.openxmlformats.org/package/2006/relationships'><Relationship Id='rId1' Type='http://schemas.openxmlformats.org/officeDocument/2006/relationships/officeDocument' Target='ppt/presentation.xml'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3"/>
    <p:sldId id="257" r:id="rId4"/>
    <p:sldId id="258" r:id="rId5"/>
    <p:sldId id="259" r:id="rId6"/>
    <p:sldId id="260" r:id="rId7"/>
  </p:sldIdLst>
  <p:sldSz cx="12192000" cy="17280000" type="A4"/>
  <p:notesSz cx="6858000" cy="9144000"/>
  <p:defaultTextStyle>
    <a:defPPr>
      <a:defRPr lang="es-CL" dirty="0"/>
    </a:defPPr>
  </p:defaultTextStyle>
</p:presentation>
</file>

<file path=ppt/_rels/presentation.xml.rels><?xml version='1.0' encoding='UTF-8' standalone='yes'?><Relationships xmlns='http://schemas.openxmlformats.org/package/2006/relationships'><Relationship Id='rId1' Type='http://schemas.openxmlformats.org/officeDocument/2006/relationships/slideMaster' Target='slideMasters/slideMaster1.xml'/><Relationship Id='rId3' Type='http://schemas.openxmlformats.org/officeDocument/2006/relationships/slide' Target='slides/slide1.xml'/><Relationship Id='rId4' Type='http://schemas.openxmlformats.org/officeDocument/2006/relationships/slide' Target='slides/slide2.xml'/><Relationship Id='rId5' Type='http://schemas.openxmlformats.org/officeDocument/2006/relationships/slide' Target='slides/slide3.xml'/><Relationship Id='rId6' Type='http://schemas.openxmlformats.org/officeDocument/2006/relationships/slide' Target='slides/slide4.xml'/><Relationship Id='rId7' Type='http://schemas.openxmlformats.org/officeDocument/2006/relationships/slide' Target='slides/slide5.xml'/><Relationship Id='rId8' Type='http://schemas.openxmlformats.org/officeDocument/2006/relationships/presProps' Target='presProps.xml'/><Relationship Id='rId9' Type='http://schemas.openxmlformats.org/officeDocument/2006/relationships/viewProps' Target='viewProps.xml'/><Relationship Id='rId10' Type='http://schemas.openxmlformats.org/officeDocument/2006/relationships/theme' Target='theme/theme1.xml'/></Relationships>
</file>

<file path=ppt/_rels/slide1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_rels/slide2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_rels/slide3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_rels/slide4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_rels/slide5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_rels/slideMaster1.xml.rels><?xml version='1.0' encoding='UTF-8' standalone='yes'?><Relationships xmlns='http://schemas.openxmlformats.org/package/2006/relationships'><Relationship Id='rId1' Type='http://schemas.openxmlformats.org/officeDocument/2006/relationships/slideLayout' Target='slideLayouts/slideLayout1.xml'/></Relationships>
</file>

<file path=ppt/slideLayouts/_rels/slideLayout1.xml.rels><?xml version='1.0' encoding='UTF-8' standalone='yes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'1.0' encoding='UTF-8' standalone='yes'?><p:sldLayout xmlns:a="http://schemas.openxmlformats.org/drawingml/2006/main" xmlns:r="http://schemas.openxmlformats.org/officeDocument/2006/relationships" xmlns:p="http://schemas.openxmlformats.org/presentationml/2006/main"><p:cSld><p:spTree><p:sp><p:nvSpPr><p:cNvPr id="1" name="" ph="txbx"/><p:cNvSpPr><a:spLocks noGrp="1"/></p:cNvSpPr><p:nvPr/><p:ph/></p:nvSpPr><p:spPr><a:xfrm><a:off x="0" y="0"/><a:ext cx="0" cy="0"/></a:xfrm></p:spPr></p:spTree></p:cSld><p:timing/></p:sldLayout>
</file>

<file path=ppt/slideMasters/slideMaster1.xml><?xml version='1.0' encoding='UTF-8' standalone='yes'?><p:sldMaster xmlns:a="http://schemas.openxmlformats.org/drawingml/2006/main" xmlns:r="http://schemas.openxmlformats.org/officeDocument/2006/relationships" xmlns:p="http://schemas.openxmlformats.org/presentationml/2006/main"><p:cSld><p:spTree><p:sp><p:nvSpPr><p:cNvPr id="1" name="" ph="txbx"/><p:cNvSpPr><a:spLocks noGroup="1"/></p:cNvSpPr><p:nvPr/><p:ph/></p:nvSpPr><p:spPr><a:xfrm><a:off x="0" y="0"/><a:ext cx="0" cy="0"/></a:xfrm></p:spPr></p:spTree></p:cSld><p:txStyles><p:titleStyle><a:defPPr><a:defRPr lang="es-CL" dirty="0"/></a:defPPr></p:titleStyle><p:bodyStyle/></p:txStyles><p:clrMap bg1="lt1" tx1="dk1" bg2="lt2" tx2="dk2" accent1="accent1" accent2="accent2" accent3="accent3" accent4="accent4" accent5="accent5" accent6="accent6" hlink="hlink" folHlink="folHlink"/>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Flautisc0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Flautisc0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SINOPSIS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SINOPSIS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PROPUESTA ARTÍSTICA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PROPUESTA ARTÍSTICA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REQUERIMIENTOS TÉCNICOS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REQUERIMIENTOS TÉCNICOS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CONTACTO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2"/>
          </p:nvPr>
        </p:nvSpPr>
        <p:spPr>
          <a:xfrm>
            <a:off x="1" y="1"/>
            <a:ext cx="0" cy="0"/>
          </a:xfrm>
        </p:spPr>
        <p:txBody>
          <a:bodyPr/>
          <a:lstStyle/>
          <a:p>
            <a:r>
              <a:rPr lang="es-CL" dirty="0"/>
              <a:t>CONTACTO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l documento">
  <a:themeElements>
    <a:clrScheme name="Tema">
      <a:dk1>
        <a:sysClr val="windowText" lastClr="000000"/>
      </a:dk1>
      <a:lt1>
        <a:sysClr val="window" lastClr="FFFFFF"/>
      </a:lt1>
      <a:dk2>
        <a:srgbClr val="1F1F1F"/>
      </a:dk2>
      <a:lt2>
        <a:srgbClr val="EEECE1"/>
      </a:lt2>
      <a:accent1>
        <a:srgbClr val="D4AF37"/>
      </a:accent1>
      <a:accent2>
        <a:srgbClr val="E50914"/>
      </a:accent2>
      <a:accent3>
        <a:srgbClr val="5B9BD5"/>
      </a:accent3>
      <a:accent4>
        <a:srgbClr val="70AD47"/>
      </a:accent4>
      <a:accent5>
        <a:srgbClr val="FFC0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Georgia" panose="020B0503020204020204" pitchFamily="34" charset="0"/>
        <a:ea typeface=""/>
        <a:cs typeface=""/>
      </a:majorFont>
      <a:minorFont>
        <a:latin typeface="Times New Roman" panose="02040603050505030304" pitchFamily="34" charset="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50000">
              <a:schemeClr val="phClr"/>
            </a:gs>
            <a:gs pos="100000">
              <a:schemeClr val="phClr">
                <a:lumMod val="85000"/>
                <a:satMod val="103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>
                <a:tint val="93000"/>
                <a:shade val="102000"/>
                <a:satMod val="150000"/>
              </a:schemeClr>
            </a:gs>
            <a:gs pos="50000">
              <a:schemeClr val="phClr">
                <a:tint val="98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54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</Template>
  <Pages>5</Pages>
  <Words>0</Words>
  <Characters>0</Characters>
  <Lines>0</Lines>
  <Paragraphs>0</Paragraphs>
  <Slides>5</Slides>
  <Notes>0</Notes>
  <HiddenSlides>0</HiddenSlides>
  <MMClips>0</MMClips>
  <ScaleCrop>false</ScaleCrop>
  <HeadingPairs>
    <vt:vector size="6" baseType="variant">
      <vt:variant>
        <vt:lpstr>Document</vt:lpstr>
      </vt:variant>
      <vt:variant>
        <vt:i4>3</vt:i4>
      </vt:variant>
      <vt:variant>
        <vt:lpstr>Pages</vt:lpstr>
      </vt:variant>
      <vt:variant>
        <vt:i4>3</vt:i4>
      </vt:variant>
      <vt:variant>
        <vt:lpstr>Width</vt:lpstr>
      </vt:variant>
      <vt:variant>
        <vt:i4>12192000</vt:i4>
      </vt:variant>
    </vt:vector>
  </HeadingPairs>
  <TitlesOfParts>
    <vt:vector size="5" baseType="lpstr"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Flautisc0</dc:title>
  <dc:subject>ATHA dossier</dc:subject>
  <dc:creator>ATHAMU</dc:creator>
  <cp:lastModifiedBy>ATHAMU</cp:lastModifiedBy>
  <cp:revision>1</cp:revision>
  <dcterms:created xsi:type="dcterms:W3CDTF">2026-07-15T00:00:00Z</dcterms:created>
  <dcterms:modified xsi:type="dcterms:W3CDTF">2026-07-15T00:00:00Z</dcterms:modified>
</cp:coreProperties>
</file>